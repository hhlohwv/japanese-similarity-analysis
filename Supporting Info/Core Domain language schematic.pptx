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50" d="100"/>
          <a:sy n="150" d="100"/>
        </p:scale>
        <p:origin x="63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0D7D-52E3-1083-E3AA-D2E58DFA4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BCAD1-7A78-7817-617A-FA80AC0A4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7BDF1-13CD-F51C-44C7-BC2F92E0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F8819-5447-34FA-70D4-D2598343C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BE021-7DCD-5CB1-32DE-1F6A7BC4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9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2ADBB-B9FB-A09E-2E19-909612F2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1A7B-856C-5AA1-617A-DD57A893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6DFE8-703B-DCA3-4F7B-106F48DF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7A8FD-550A-CC71-59B3-44683DA01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5CF86-1F5B-B72C-710C-600F471A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9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D746-944E-B6CC-1FA2-A0626CE8B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FC27C-D72B-AF05-0F0D-39707387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3614E-DBE9-63C3-4635-71EFC52FB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33657-4577-568A-4946-D329E208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FBD9B-4F6D-E1CC-6A2D-6078358E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2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1EB0-5924-DF6E-B5FB-631BC1D7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89E77-58FE-0D60-ED88-D99E07129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E1506-09E2-0D9C-0C38-DA7C33A8F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AF5F7-3014-D8DA-BACA-F733BE1A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BB19F-040C-C960-EBD2-7BB6E62E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7DEB7-24A1-CB8B-6E57-369FF523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5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ED28-FC1D-A109-26F5-CD0266A3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2A3E4-F404-4224-EC07-8DBEB5877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C041D-128D-7D48-5541-ADA6A8EA0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604CB7-224F-081B-51D6-F94CA23E2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EC9C8A-E4A7-3AC3-2556-413CFDFEF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4DE999-F45D-E98F-C7E8-8DBB78A2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5940B-2B0B-928D-8D36-EE58F10E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D8582-6F57-219D-F559-2D2E4BE1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3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AFDF-D380-630B-A699-87061DC4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6FD85-B636-95FB-B7FC-9CE86413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A5D5D-7946-178A-A9A7-C946E26C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24275-F886-4BD6-EB18-F0041881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0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7B82BF-64F5-6CB0-384E-4F927ADA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5B3633-4421-1008-4E6D-E690F3EC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64291-571A-CEE0-CE93-1695FDA2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85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7276-BEE4-712D-FE3F-79FF3CF05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0DC4-207B-05BB-836A-6FA6B503D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B72F8-668F-1345-56CD-BE1639FF5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D4387-7305-E3F6-98FD-3DF3A166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C6A83-BA65-50BA-B9C7-CFF0FD1B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00774-10CC-7AEE-A7D5-05125AE9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4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598B-6937-0101-9737-B3CE42B3B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90AE54-431C-88B4-C399-EF1B6CE58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05110-B5B9-E78B-D6FF-173C873AD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971A7-EBE4-2E47-D7E6-4F9401620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CFE22-C6A4-77BE-3905-2E97BF1A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A5E66-2E0C-F186-8AB0-0CC04BF7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5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B3B4-6141-EABE-861B-7EAFC4AB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61B2A-8D38-7D30-D767-ED6DCCE33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C7084-B534-DAAA-41DC-E8C45431F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9A6D1-3C8D-5EE8-F40E-A83E4976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35946-E6B5-2F7D-7E7A-7A167A55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3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2CB0F-B56E-4E02-F608-A1DBCF288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67814-D490-76AD-F0CA-DADC9EF90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C0C4D-F0B4-702E-1A05-74E4B7DC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9BE8C-F66E-4783-4E6E-C59EAB0F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9DF96-F49A-07A5-E90C-48997705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9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FE202-7E43-8D98-023B-C19F51E3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35E84-5370-44E8-113D-7FB8DFA6A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D00FC-D8CA-5A41-AC48-8160A37DC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F1C1F-817E-45A9-95FC-11893230C70D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DABFD-85F4-2515-BF61-BCFFC8AA4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57254-08B6-865A-AB85-DCCC438E1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733C5-A0BD-41B4-A49C-BB62D3382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7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0A8A6E9-4FE7-5079-78BE-E3DB19FB7D13}"/>
              </a:ext>
            </a:extLst>
          </p:cNvPr>
          <p:cNvSpPr/>
          <p:nvPr/>
        </p:nvSpPr>
        <p:spPr>
          <a:xfrm>
            <a:off x="414867" y="334433"/>
            <a:ext cx="11633200" cy="58293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76317B-DF8F-069F-BFCD-20199BF26CDB}"/>
              </a:ext>
            </a:extLst>
          </p:cNvPr>
          <p:cNvSpPr/>
          <p:nvPr/>
        </p:nvSpPr>
        <p:spPr>
          <a:xfrm>
            <a:off x="1383639" y="3506598"/>
            <a:ext cx="10402350" cy="18623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Core-Language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EE9E03-1249-2060-121C-3AE38B6161D8}"/>
              </a:ext>
            </a:extLst>
          </p:cNvPr>
          <p:cNvSpPr/>
          <p:nvPr/>
        </p:nvSpPr>
        <p:spPr>
          <a:xfrm>
            <a:off x="3929698" y="2139192"/>
            <a:ext cx="2390863" cy="136740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 2 Language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90349-5AF6-E88D-5606-67DE0C1DAFC1}"/>
              </a:ext>
            </a:extLst>
          </p:cNvPr>
          <p:cNvSpPr/>
          <p:nvPr/>
        </p:nvSpPr>
        <p:spPr>
          <a:xfrm>
            <a:off x="6533084" y="1547769"/>
            <a:ext cx="2351713" cy="195882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 3 Language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6D2086-0C09-1FBD-A08B-3E9F911FDBCD}"/>
              </a:ext>
            </a:extLst>
          </p:cNvPr>
          <p:cNvSpPr/>
          <p:nvPr/>
        </p:nvSpPr>
        <p:spPr>
          <a:xfrm>
            <a:off x="9213365" y="1073791"/>
            <a:ext cx="2572624" cy="24328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Domain 4 Language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443EDB-509B-9A87-A0DE-6BEFCF378424}"/>
              </a:ext>
            </a:extLst>
          </p:cNvPr>
          <p:cNvSpPr/>
          <p:nvPr/>
        </p:nvSpPr>
        <p:spPr>
          <a:xfrm>
            <a:off x="1383639" y="1073791"/>
            <a:ext cx="2390863" cy="24328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Domain 1 Language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190A01-FF50-A8CE-8814-EB77E318223F}"/>
              </a:ext>
            </a:extLst>
          </p:cNvPr>
          <p:cNvCxnSpPr>
            <a:cxnSpLocks/>
          </p:cNvCxnSpPr>
          <p:nvPr/>
        </p:nvCxnSpPr>
        <p:spPr>
          <a:xfrm flipV="1">
            <a:off x="1168399" y="571500"/>
            <a:ext cx="0" cy="478366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BE9F10C-B116-E093-B6C0-8FF40969D9A0}"/>
              </a:ext>
            </a:extLst>
          </p:cNvPr>
          <p:cNvSpPr txBox="1"/>
          <p:nvPr/>
        </p:nvSpPr>
        <p:spPr>
          <a:xfrm rot="16200000">
            <a:off x="-531410" y="2778667"/>
            <a:ext cx="274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Language in a media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38A2B9-8BF6-2069-EC1E-430D5F41725B}"/>
              </a:ext>
            </a:extLst>
          </p:cNvPr>
          <p:cNvSpPr txBox="1"/>
          <p:nvPr/>
        </p:nvSpPr>
        <p:spPr>
          <a:xfrm>
            <a:off x="2095604" y="551080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351D16-A1CB-BDB9-D288-FE0303EBD42A}"/>
              </a:ext>
            </a:extLst>
          </p:cNvPr>
          <p:cNvSpPr txBox="1"/>
          <p:nvPr/>
        </p:nvSpPr>
        <p:spPr>
          <a:xfrm>
            <a:off x="4641663" y="551080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62221-D097-E169-00A7-31FAED0C4B55}"/>
              </a:ext>
            </a:extLst>
          </p:cNvPr>
          <p:cNvSpPr txBox="1"/>
          <p:nvPr/>
        </p:nvSpPr>
        <p:spPr>
          <a:xfrm>
            <a:off x="7225474" y="551080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07C637-2EA7-722E-D630-DE9C7EA3CB61}"/>
              </a:ext>
            </a:extLst>
          </p:cNvPr>
          <p:cNvSpPr txBox="1"/>
          <p:nvPr/>
        </p:nvSpPr>
        <p:spPr>
          <a:xfrm>
            <a:off x="10016211" y="551080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 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BC2D1AF-EAB7-4C58-FD44-196F995277A5}"/>
              </a:ext>
            </a:extLst>
          </p:cNvPr>
          <p:cNvCxnSpPr>
            <a:cxnSpLocks/>
          </p:cNvCxnSpPr>
          <p:nvPr/>
        </p:nvCxnSpPr>
        <p:spPr>
          <a:xfrm flipV="1">
            <a:off x="3835400" y="694267"/>
            <a:ext cx="0" cy="28123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D26FC46-2194-55B9-40EF-43E87FC9CF84}"/>
              </a:ext>
            </a:extLst>
          </p:cNvPr>
          <p:cNvCxnSpPr>
            <a:cxnSpLocks/>
          </p:cNvCxnSpPr>
          <p:nvPr/>
        </p:nvCxnSpPr>
        <p:spPr>
          <a:xfrm flipV="1">
            <a:off x="6426200" y="694267"/>
            <a:ext cx="0" cy="28123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CD3081-CB13-D371-FC55-EB5B80837BFC}"/>
              </a:ext>
            </a:extLst>
          </p:cNvPr>
          <p:cNvCxnSpPr>
            <a:cxnSpLocks/>
          </p:cNvCxnSpPr>
          <p:nvPr/>
        </p:nvCxnSpPr>
        <p:spPr>
          <a:xfrm flipV="1">
            <a:off x="9040147" y="694267"/>
            <a:ext cx="0" cy="281233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18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Loh</dc:creator>
  <cp:lastModifiedBy>Harrison Loh</cp:lastModifiedBy>
  <cp:revision>1</cp:revision>
  <dcterms:created xsi:type="dcterms:W3CDTF">2026-04-10T02:30:59Z</dcterms:created>
  <dcterms:modified xsi:type="dcterms:W3CDTF">2026-04-10T02:50:51Z</dcterms:modified>
</cp:coreProperties>
</file>